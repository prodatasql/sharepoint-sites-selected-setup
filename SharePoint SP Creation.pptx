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67" r:id="rId5"/>
    <p:sldId id="258" r:id="rId6"/>
    <p:sldId id="259" r:id="rId7"/>
    <p:sldId id="260" r:id="rId8"/>
    <p:sldId id="261" r:id="rId9"/>
    <p:sldId id="266" r:id="rId10"/>
    <p:sldId id="268" r:id="rId11"/>
    <p:sldId id="264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37AD-5C8C-3F4E-1D22-32AD30E38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8A6B3-3FA0-F57A-061C-C1A7693B6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1E02B-7A80-55F5-A291-2216E91D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F8FA6-3F61-A19B-AC78-2C9BE9A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F54E2-BA6F-0100-FB78-F0D4F427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03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E3DA-8079-0EAF-D6F4-90832E44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9BB6C-5186-D6D3-8E6B-44B05B128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1DA66-5FE8-3E9D-04A1-44EC12BA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5C2F8-0990-6561-E918-71B7E151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E096B-A5FC-6C0C-7262-F6935B4D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660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98B9-E737-AA7F-8D7D-E9EC259B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C8A7-1EFB-D08A-1E52-958B7BF3F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52F-A71E-2083-6F0C-4F8C7DA6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D3630-D3BD-F718-227B-45437E5D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937B6-F2DE-2A63-71D3-007B585C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779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2822-AAC6-D28E-EEC8-0E38223F5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FEA3F-2262-D883-1DF0-8169184E0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089CA-9586-1F90-3D14-408975A4B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79E56-C46C-8F6A-ACFA-D478C830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50F2B-7BBA-61D4-AE75-EA7BEE50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0E7A9-80EC-1027-F171-5AFD4A63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738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C154-BC8F-2B41-E27E-73D45D70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DD694-7C84-DA02-1726-D119D6ACA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0D754-D0F2-DD4C-D037-C15992184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9575F-B1D9-7A71-A34F-3D2E0C47C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7273C-AED1-3A12-4F16-A3C6B73B8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6A1BC-C16D-8840-208F-09CE8DD1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166C-67B2-7312-F611-28661567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38C16-42E0-7E1A-16C8-7D1A48FB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987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676B-A4D2-6216-665C-F6529EDF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DCDB1-3C48-4CE7-8520-54EA5CC5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87AC6-A579-4747-5720-262FD1BD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93F52-CD4D-5140-7DAA-68B4DB3E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080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3125C-89B1-3A27-95AA-98F8A877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852E2-BD85-9EFA-DF31-96F911E4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6C308-3840-E7FE-67E9-28583E6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711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47FD-E0E6-1B8D-59AE-6779521A3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AE8B-1B05-2EFC-B4A6-78C71256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5E46-5B15-1FC7-B2A7-8526E1BBF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7A5A2-A8DC-B766-CADC-0215F76D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404CF-C453-3471-A5FF-5EDB0BD1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BB962-6E56-2FF7-B76A-E7823C7D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75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ED23-FB97-94F4-3710-A363998B8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0ECCA-8DFE-A66E-BEE2-3F8DC0DEE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CCD34-9695-9D73-3F81-04D987068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63BBF-E420-3A27-B103-FC0DA7EF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5AB4-B95C-EA87-B601-4BFDEC6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A5F58-2CDB-31D6-32A0-DC6DB8ED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515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400A-634C-E780-10E6-D240CEED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247F9-6C3C-9A93-45B4-F321C6523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818F8-9A2C-5A51-A60B-B4290C3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1F0F-125F-733E-4C8A-80BE07B2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95A2-F276-D015-D6CD-6581E46D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86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1BD96-770B-9D2A-FA10-AC3E0A273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2679C-378A-ED48-1DB7-3FB1C6618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2AD2-022E-0D9B-15F8-D6B9B1F4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28BEE-D8D1-F09F-8E4F-4905D133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4FA27-E8C5-8AD2-13DD-BEC8FC3F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008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53C7E-801A-4EA6-DE5C-3B0E16B3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3ED43-2611-0364-1800-1B7A91DCE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435E-A868-D10A-C0E2-A5DB39AD3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A4D68-2898-475C-9BBE-EAE48D6B4198}" type="datetimeFigureOut">
              <a:rPr lang="en-IE" smtClean="0"/>
              <a:t>10/12/2025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AF2D0-0D1B-FC02-F03F-1C0B9CAEA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D9A54-4416-3080-7DE8-2C3ED0FD7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99614-2743-4C14-9260-8FD686C58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600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ortal.azure.com/#view/Microsoft_AAD_RegisteredApps/ApplicationMenuBlade/~/CallAnAPI/appId/f15ed28b-3c77-4a99-a3f5-5d8ebb6d8aa8/isMSAApp~/fals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ortal.azure.com/#view/Microsoft_AAD_RegisteredApps/ApplicationMenuBlade/~/CallAnAPI/appId/f15ed28b-3c77-4a99-a3f5-5d8ebb6d8aa8/isMSAApp~/fals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#view/Microsoft_AAD_RegisteredApps/ApplicationMenuBlade/~/CallAnAPI/appId/f15ed28b-3c77-4a99-a3f5-5d8ebb6d8aa8/isMSAApp~/false" TargetMode="External"/><Relationship Id="rId2" Type="http://schemas.openxmlformats.org/officeDocument/2006/relationships/hyperlink" Target="https://github.com/ProdataSQL/sharepoint-sites-selected-setup/blob/main/02_SharePoint-Permissions.ps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#view/Microsoft_AAD_RegisteredApps/ApplicationMenuBlade/~/CallAnAPI/appId/f15ed28b-3c77-4a99-a3f5-5d8ebb6d8aa8/isMSAApp~/false" TargetMode="External"/><Relationship Id="rId2" Type="http://schemas.openxmlformats.org/officeDocument/2006/relationships/hyperlink" Target="https://github.com/ProdataSQL/sharepoint-sites-selected-setup/blob/main/03_SharePoint-Test.ps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#view/Microsoft_AAD_RegisteredApps/ApplicationMenuBlade/~/CallAnAPI/appId/f15ed28b-3c77-4a99-a3f5-5d8ebb6d8aa8/isMSAApp~/false" TargetMode="External"/><Relationship Id="rId2" Type="http://schemas.openxmlformats.org/officeDocument/2006/relationships/hyperlink" Target="https://github.com/ProdataSQL/sharepoint-sites-selected-setup/blob/main/03_SharePoint-Test.ps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B5D45-9F6C-DCEC-17FE-731EFC0B2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587" y="2146954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IE" sz="4000" dirty="0">
                <a:solidFill>
                  <a:schemeClr val="tx2"/>
                </a:solidFill>
              </a:rPr>
              <a:t>SharePoint to Fabric</a:t>
            </a:r>
            <a:br>
              <a:rPr lang="en-IE" sz="4000" dirty="0">
                <a:solidFill>
                  <a:schemeClr val="tx2"/>
                </a:solidFill>
              </a:rPr>
            </a:br>
            <a:r>
              <a:rPr lang="en-IE" sz="4000" dirty="0">
                <a:solidFill>
                  <a:schemeClr val="tx2"/>
                </a:solidFill>
              </a:rPr>
              <a:t>Service Principal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2CC3F-F996-4751-819E-DDF166468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IE" sz="2000" dirty="0">
                <a:solidFill>
                  <a:schemeClr val="tx2"/>
                </a:solidFill>
              </a:rPr>
              <a:t>Security &amp; Permissions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90286500-49E4-311A-F5AF-4B2389D10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274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EFFB5-3FF2-137B-AA1A-09E6B641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736436"/>
            <a:ext cx="9921008" cy="21638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1. Changes for AAD Administrator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User">
            <a:extLst>
              <a:ext uri="{FF2B5EF4-FFF2-40B4-BE49-F238E27FC236}">
                <a16:creationId xmlns:a16="http://schemas.microsoft.com/office/drawing/2014/main" id="{0DFD27A8-A5FB-3878-7E63-BD14FBD88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3BDD88EB-6106-4A01-8CC4-B8836B8BF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2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CAE38-406F-2F42-FDF2-72B81EF7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093" y="305628"/>
            <a:ext cx="9829800" cy="608772"/>
          </a:xfrm>
        </p:spPr>
        <p:txBody>
          <a:bodyPr anchor="b">
            <a:normAutofit/>
          </a:bodyPr>
          <a:lstStyle/>
          <a:p>
            <a:pPr algn="ctr"/>
            <a:r>
              <a:rPr lang="en-IE" sz="3600" dirty="0">
                <a:solidFill>
                  <a:schemeClr val="tx2"/>
                </a:solidFill>
              </a:rPr>
              <a:t>Create App Registration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2CA20-B33D-D45C-9B44-56AE6D0E2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" y="1037347"/>
            <a:ext cx="5029200" cy="3765451"/>
          </a:xfrm>
        </p:spPr>
        <p:txBody>
          <a:bodyPr anchor="t" anchorCtr="0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</a:t>
            </a:r>
            <a:r>
              <a:rPr lang="en-IE" sz="1800" dirty="0">
                <a:solidFill>
                  <a:schemeClr val="tx2"/>
                </a:solidFill>
                <a:hlinkClick r:id="rId2"/>
              </a:rPr>
              <a:t>r</a:t>
            </a:r>
            <a:r>
              <a:rPr lang="en-IE" sz="1800" dirty="0">
                <a:solidFill>
                  <a:schemeClr val="tx2"/>
                </a:solidFill>
              </a:rPr>
              <a:t>eate New App registration (or use old one)</a:t>
            </a:r>
          </a:p>
          <a:p>
            <a:r>
              <a:rPr lang="en-IE" sz="1800" dirty="0">
                <a:solidFill>
                  <a:schemeClr val="tx2"/>
                </a:solidFill>
              </a:rPr>
              <a:t>Pass on name and details in picture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Client ID [aka </a:t>
            </a:r>
            <a:r>
              <a:rPr lang="en-IE" sz="1400" dirty="0" err="1">
                <a:solidFill>
                  <a:schemeClr val="tx2"/>
                </a:solidFill>
              </a:rPr>
              <a:t>AppID</a:t>
            </a:r>
            <a:r>
              <a:rPr lang="en-IE" sz="1400" dirty="0">
                <a:solidFill>
                  <a:schemeClr val="tx2"/>
                </a:solidFill>
              </a:rPr>
              <a:t>]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Object ID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Tenant ID</a:t>
            </a:r>
          </a:p>
          <a:p>
            <a:endParaRPr lang="en-IE" sz="1800" dirty="0">
              <a:solidFill>
                <a:schemeClr val="tx2"/>
              </a:solidFill>
              <a:hlinkClick r:id="rId2"/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F3C1F0F-67B1-7589-F428-8E4306EF1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310" y="1371500"/>
            <a:ext cx="6958935" cy="376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EDF7-15C9-83F9-6E4F-6147CD82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DD7E-15D3-B624-98A1-9E647AEA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093" y="305628"/>
            <a:ext cx="9829800" cy="608772"/>
          </a:xfrm>
        </p:spPr>
        <p:txBody>
          <a:bodyPr anchor="b">
            <a:normAutofit/>
          </a:bodyPr>
          <a:lstStyle/>
          <a:p>
            <a:pPr algn="ctr"/>
            <a:r>
              <a:rPr lang="en-IE" sz="3600" dirty="0">
                <a:solidFill>
                  <a:schemeClr val="tx2"/>
                </a:solidFill>
              </a:rPr>
              <a:t>Create App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7E01-0C3C-9C8A-E6D7-9B08D5FD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" y="1037347"/>
            <a:ext cx="5029200" cy="3765451"/>
          </a:xfrm>
        </p:spPr>
        <p:txBody>
          <a:bodyPr anchor="t" anchorCtr="0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</a:t>
            </a:r>
            <a:r>
              <a:rPr lang="en-IE" sz="1800" dirty="0">
                <a:solidFill>
                  <a:schemeClr val="tx2"/>
                </a:solidFill>
                <a:hlinkClick r:id="rId2"/>
              </a:rPr>
              <a:t>r</a:t>
            </a:r>
            <a:r>
              <a:rPr lang="en-IE" sz="1800" dirty="0">
                <a:solidFill>
                  <a:schemeClr val="tx2"/>
                </a:solidFill>
              </a:rPr>
              <a:t>eate Secret and Pass on 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Secret </a:t>
            </a:r>
            <a:r>
              <a:rPr lang="en-IE" sz="1400" dirty="0" err="1">
                <a:solidFill>
                  <a:schemeClr val="tx2"/>
                </a:solidFill>
              </a:rPr>
              <a:t>Valie</a:t>
            </a:r>
            <a:endParaRPr lang="en-IE" sz="1400" dirty="0">
              <a:solidFill>
                <a:schemeClr val="tx2"/>
              </a:solidFill>
            </a:endParaRP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Secret ID</a:t>
            </a:r>
          </a:p>
          <a:p>
            <a:r>
              <a:rPr lang="en-IE" sz="1800" dirty="0">
                <a:solidFill>
                  <a:schemeClr val="tx2"/>
                </a:solidFill>
              </a:rPr>
              <a:t>Make sure valid for 24 months</a:t>
            </a:r>
            <a:endParaRPr lang="en-IE" sz="1400" dirty="0">
              <a:solidFill>
                <a:schemeClr val="tx2"/>
              </a:solidFill>
            </a:endParaRPr>
          </a:p>
          <a:p>
            <a:endParaRPr lang="en-IE" sz="1800" dirty="0">
              <a:solidFill>
                <a:schemeClr val="tx2"/>
              </a:solidFill>
              <a:hlinkClick r:id="rId2"/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D0D5B-F09F-CFD3-A607-4D9F99B0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608" y="880353"/>
            <a:ext cx="7699316" cy="366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1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1F6AD-4413-0407-A10A-3E799BA6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chemeClr val="tx2"/>
                </a:solidFill>
              </a:rPr>
              <a:t>Add Permission to add Permissions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C0C44-186A-7C6B-89B4-CF3A8A94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25" y="2015418"/>
            <a:ext cx="9569437" cy="435309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F684529-52A2-7FE3-2B7D-D08F2D0E84AA}"/>
              </a:ext>
            </a:extLst>
          </p:cNvPr>
          <p:cNvSpPr/>
          <p:nvPr/>
        </p:nvSpPr>
        <p:spPr>
          <a:xfrm>
            <a:off x="1348509" y="4972226"/>
            <a:ext cx="1749888" cy="3109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9851AC-CA8E-162D-12A2-185BA8F9645B}"/>
              </a:ext>
            </a:extLst>
          </p:cNvPr>
          <p:cNvSpPr/>
          <p:nvPr/>
        </p:nvSpPr>
        <p:spPr>
          <a:xfrm>
            <a:off x="8331200" y="3429001"/>
            <a:ext cx="2418075" cy="11492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76DDDF-439C-571E-D057-FACB54E47CF3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3098397" y="4091709"/>
            <a:ext cx="5232498" cy="10360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6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D75C3-2AA0-FB24-47BB-3104A3722804}"/>
              </a:ext>
            </a:extLst>
          </p:cNvPr>
          <p:cNvSpPr txBox="1">
            <a:spLocks/>
          </p:cNvSpPr>
          <p:nvPr/>
        </p:nvSpPr>
        <p:spPr>
          <a:xfrm>
            <a:off x="804672" y="1541007"/>
            <a:ext cx="3401568" cy="3775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Choose application permission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179493" cy="2385844"/>
            <a:chOff x="-305" y="-1"/>
            <a:chExt cx="3832880" cy="287613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53321" y="4487852"/>
            <a:ext cx="2747353" cy="2375262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24EF009-AD20-F575-1441-6B44393B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66" y="1574255"/>
            <a:ext cx="8185298" cy="459127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045AFFC-6939-3184-F02C-F8B2C9047062}"/>
              </a:ext>
            </a:extLst>
          </p:cNvPr>
          <p:cNvSpPr/>
          <p:nvPr/>
        </p:nvSpPr>
        <p:spPr>
          <a:xfrm>
            <a:off x="7573818" y="2873570"/>
            <a:ext cx="2055566" cy="151370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927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07B1A8-49FC-5648-607B-A6DD9D8C5F46}"/>
              </a:ext>
            </a:extLst>
          </p:cNvPr>
          <p:cNvSpPr txBox="1">
            <a:spLocks/>
          </p:cNvSpPr>
          <p:nvPr/>
        </p:nvSpPr>
        <p:spPr>
          <a:xfrm>
            <a:off x="804672" y="1541007"/>
            <a:ext cx="3401568" cy="3775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Add Sites.Selected Permission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179493" cy="2385844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53321" y="4487852"/>
            <a:ext cx="2747353" cy="2375262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17C096-899E-E2E8-B1B4-56429A352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532" y="726098"/>
            <a:ext cx="7182459" cy="540580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55D7711-8D40-A6CF-800E-6180A31BC418}"/>
              </a:ext>
            </a:extLst>
          </p:cNvPr>
          <p:cNvSpPr/>
          <p:nvPr/>
        </p:nvSpPr>
        <p:spPr>
          <a:xfrm>
            <a:off x="4590216" y="5316992"/>
            <a:ext cx="2817347" cy="8149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6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E21F9-7160-BD91-AF32-AF755283D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IE" sz="3700">
                <a:solidFill>
                  <a:schemeClr val="tx2"/>
                </a:solidFill>
              </a:rPr>
              <a:t>An admin is required to grant admin consent for the permission change.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104DE3-4552-3F2B-9DBB-C5832B33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622" y="4256884"/>
            <a:ext cx="4574058" cy="1539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1DBC81-1475-CBB7-D31D-443E66A4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889953"/>
            <a:ext cx="4896289" cy="153996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9E68555-A242-3A12-C2AB-5905DEE9B275}"/>
              </a:ext>
            </a:extLst>
          </p:cNvPr>
          <p:cNvSpPr/>
          <p:nvPr/>
        </p:nvSpPr>
        <p:spPr>
          <a:xfrm>
            <a:off x="7976043" y="5026866"/>
            <a:ext cx="2094815" cy="43036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637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C0261-0138-277C-2FC6-678A3763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SharePoint Administrator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Admin">
            <a:extLst>
              <a:ext uri="{FF2B5EF4-FFF2-40B4-BE49-F238E27FC236}">
                <a16:creationId xmlns:a16="http://schemas.microsoft.com/office/drawing/2014/main" id="{E2644B5D-8C71-8E5E-86E6-320E70ABC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Admin">
            <a:extLst>
              <a:ext uri="{FF2B5EF4-FFF2-40B4-BE49-F238E27FC236}">
                <a16:creationId xmlns:a16="http://schemas.microsoft.com/office/drawing/2014/main" id="{EE88BEF4-E266-4885-9C07-3B61B8BCA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97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908C-C2F0-CEE6-D64E-443D1B36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FEA2-E900-DF5E-9BA5-E5BDDA25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035" y="-307792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IE" sz="4000" dirty="0">
                <a:solidFill>
                  <a:schemeClr val="tx2"/>
                </a:solidFill>
              </a:rPr>
              <a:t>1) Grant App Entra Permissions via </a:t>
            </a:r>
            <a:r>
              <a:rPr lang="en-IE" sz="4000" dirty="0" err="1">
                <a:solidFill>
                  <a:schemeClr val="tx2"/>
                </a:solidFill>
              </a:rPr>
              <a:t>Powershell</a:t>
            </a:r>
            <a:endParaRPr lang="en-IE" sz="4000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E147FF-B4AD-0D21-6438-719D4AE7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6" y="1037347"/>
            <a:ext cx="11405796" cy="3765451"/>
          </a:xfrm>
          <a:solidFill>
            <a:schemeClr val="bg1"/>
          </a:solidFill>
        </p:spPr>
        <p:txBody>
          <a:bodyPr anchor="t" anchorCtr="0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Copy this PowerShell script into VS Code or PowerShell IDE</a:t>
            </a:r>
            <a:br>
              <a:rPr lang="en-IE" sz="1800" dirty="0">
                <a:solidFill>
                  <a:schemeClr val="tx2"/>
                </a:solidFill>
              </a:rPr>
            </a:br>
            <a:r>
              <a:rPr lang="en-IE" sz="1800" dirty="0">
                <a:solidFill>
                  <a:schemeClr val="tx2"/>
                </a:solidFill>
                <a:hlinkClick r:id="rId2"/>
              </a:rPr>
              <a:t>https://github.com/ProdataSQL/sharepoint-sites-selected-setup/blob/main/02_SharePoint-Permissions.ps1</a:t>
            </a:r>
            <a:r>
              <a:rPr lang="en-IE" sz="1800" dirty="0">
                <a:solidFill>
                  <a:schemeClr val="tx2"/>
                </a:solidFill>
              </a:rPr>
              <a:t> Pass Below Parameters and run the script 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</a:t>
            </a:r>
            <a:r>
              <a:rPr lang="en-IE" sz="1400" dirty="0" err="1">
                <a:solidFill>
                  <a:schemeClr val="tx2"/>
                </a:solidFill>
              </a:rPr>
              <a:t>AppId</a:t>
            </a:r>
            <a:endParaRPr lang="en-IE" sz="1400" dirty="0">
              <a:solidFill>
                <a:schemeClr val="tx2"/>
              </a:solidFill>
            </a:endParaRP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$Hostname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$Path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$roles</a:t>
            </a:r>
          </a:p>
          <a:p>
            <a:endParaRPr lang="en-IE" sz="1800" dirty="0">
              <a:solidFill>
                <a:schemeClr val="tx2"/>
              </a:solidFill>
              <a:hlinkClick r:id="rId3"/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Run Script and check succeeds</a:t>
            </a: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F9BD6D-6815-E691-3DE4-79A80EB7D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223" y="2004599"/>
            <a:ext cx="6447079" cy="1181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F8DAF-8676-6A88-D78A-0ADA9E5BB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6" y="4341649"/>
            <a:ext cx="12192000" cy="14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899DC-D9C9-BE5C-1937-0A10F8C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2F5602-6586-46E4-8645-2CDA442A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34B85-DB0D-4010-A6A1-147F28D47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AD093-A377-C34F-9731-DDCA0A49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035" y="-307792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IE" sz="4000" dirty="0">
                <a:solidFill>
                  <a:schemeClr val="tx2"/>
                </a:solidFill>
              </a:rPr>
              <a:t>2) Test app </a:t>
            </a:r>
            <a:r>
              <a:rPr lang="en-IE" sz="4000" dirty="0" err="1">
                <a:solidFill>
                  <a:schemeClr val="tx2"/>
                </a:solidFill>
              </a:rPr>
              <a:t>Acces</a:t>
            </a:r>
            <a:r>
              <a:rPr lang="en-IE" sz="4000" dirty="0">
                <a:solidFill>
                  <a:schemeClr val="tx2"/>
                </a:solidFill>
              </a:rPr>
              <a:t> to </a:t>
            </a:r>
            <a:r>
              <a:rPr lang="en-IE" sz="4000" dirty="0" err="1">
                <a:solidFill>
                  <a:schemeClr val="tx2"/>
                </a:solidFill>
              </a:rPr>
              <a:t>ShaerPoint</a:t>
            </a:r>
            <a:endParaRPr lang="en-IE" sz="4000" dirty="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E5F4F0-80C0-49F3-84A2-453DE42F2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915607" cy="218782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42FEDB6-5432-4162-8648-3827572AF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E345E-092D-4A20-A43A-0F9258D96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313FCF-0EE7-4C6B-BAB3-EFC9451D3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B9ECD02-BE1B-4347-8C2E-EEA690082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288D5F-8753-5F2B-6A4A-CD904B13A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6" y="1037347"/>
            <a:ext cx="11405796" cy="3765451"/>
          </a:xfrm>
          <a:solidFill>
            <a:schemeClr val="bg1"/>
          </a:solidFill>
        </p:spPr>
        <p:txBody>
          <a:bodyPr anchor="t" anchorCtr="0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Copy this PowerShell script into VS Code or PowerShell IDE</a:t>
            </a:r>
            <a:br>
              <a:rPr lang="en-IE" sz="1800" dirty="0">
                <a:solidFill>
                  <a:schemeClr val="tx2"/>
                </a:solidFill>
              </a:rPr>
            </a:br>
            <a:r>
              <a:rPr lang="en-IE" sz="1800" dirty="0">
                <a:solidFill>
                  <a:schemeClr val="tx2"/>
                </a:solidFill>
                <a:hlinkClick r:id="rId2"/>
              </a:rPr>
              <a:t>https://github.com/ProdataSQL/sharepoint-sites-selected-setup/blob/main/03_SharePoint-Test.ps1</a:t>
            </a:r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Pass Below Parameters and run the script </a:t>
            </a:r>
          </a:p>
          <a:p>
            <a:endParaRPr lang="en-IE" sz="1800" dirty="0">
              <a:solidFill>
                <a:schemeClr val="tx2"/>
              </a:solidFill>
              <a:hlinkClick r:id="rId3"/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Run Script and enter the Secret when prompted</a:t>
            </a:r>
          </a:p>
          <a:p>
            <a:endParaRPr lang="en-IE" sz="1800" dirty="0">
              <a:solidFill>
                <a:schemeClr val="tx2"/>
              </a:solidFill>
            </a:endParaRP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C470D6-633D-3016-6C02-0502B7ED3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69" y="2034304"/>
            <a:ext cx="6538527" cy="10059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0BDB9F-ED02-0501-DD6D-8BC923FE3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69" y="3538185"/>
            <a:ext cx="1961094" cy="16303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7E30D5-4BA4-7C70-63F6-2033DA6482F5}"/>
              </a:ext>
            </a:extLst>
          </p:cNvPr>
          <p:cNvSpPr txBox="1"/>
          <p:nvPr/>
        </p:nvSpPr>
        <p:spPr>
          <a:xfrm>
            <a:off x="428769" y="5174840"/>
            <a:ext cx="638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Script will enumerate Libraries on the Site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D41A57E-0716-F9D5-2493-3EB2975C5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83" y="5540590"/>
            <a:ext cx="8763759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6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B461-63BD-BB97-69E6-5A946DBC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63E9-77D3-5DE6-74C6-51C0E5FA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035" y="-307792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IE" sz="4000" dirty="0">
                <a:solidFill>
                  <a:schemeClr val="tx2"/>
                </a:solidFill>
              </a:rPr>
              <a:t>1) Grant App Entra Permissions via </a:t>
            </a:r>
            <a:r>
              <a:rPr lang="en-IE" sz="4000" dirty="0" err="1">
                <a:solidFill>
                  <a:schemeClr val="tx2"/>
                </a:solidFill>
              </a:rPr>
              <a:t>Powershell</a:t>
            </a:r>
            <a:endParaRPr lang="en-IE" sz="4000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1F332F-CC7C-771E-3900-92BA5F642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6" y="1037347"/>
            <a:ext cx="11405796" cy="3765451"/>
          </a:xfrm>
          <a:solidFill>
            <a:schemeClr val="bg1"/>
          </a:solidFill>
        </p:spPr>
        <p:txBody>
          <a:bodyPr anchor="t" anchorCtr="0">
            <a:normAutofit/>
          </a:bodyPr>
          <a:lstStyle/>
          <a:p>
            <a:r>
              <a:rPr lang="en-IE" sz="1800" dirty="0">
                <a:solidFill>
                  <a:schemeClr val="tx2"/>
                </a:solidFill>
              </a:rPr>
              <a:t>Copy this PowerShell script into VS Code or PowerShell IDE</a:t>
            </a:r>
            <a:br>
              <a:rPr lang="en-IE" sz="1800" dirty="0">
                <a:solidFill>
                  <a:schemeClr val="tx2"/>
                </a:solidFill>
              </a:rPr>
            </a:br>
            <a:r>
              <a:rPr lang="en-IE" sz="1800" dirty="0">
                <a:solidFill>
                  <a:schemeClr val="tx2"/>
                </a:solidFill>
                <a:hlinkClick r:id="rId2"/>
              </a:rPr>
              <a:t>https://github.com/ProdataSQL/sharepoint-sites-selected-setup/blob/main/03_SharePoint-Test.ps1</a:t>
            </a:r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Pass Below Parameters and run the script 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</a:t>
            </a:r>
            <a:r>
              <a:rPr lang="en-IE" sz="1400" dirty="0" err="1">
                <a:solidFill>
                  <a:schemeClr val="tx2"/>
                </a:solidFill>
              </a:rPr>
              <a:t>AppId</a:t>
            </a:r>
            <a:endParaRPr lang="en-IE" sz="1400" dirty="0">
              <a:solidFill>
                <a:schemeClr val="tx2"/>
              </a:solidFill>
            </a:endParaRP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$Hostname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$Path</a:t>
            </a:r>
          </a:p>
          <a:p>
            <a:pPr lvl="1"/>
            <a:r>
              <a:rPr lang="en-IE" sz="1400" dirty="0">
                <a:solidFill>
                  <a:schemeClr val="tx2"/>
                </a:solidFill>
              </a:rPr>
              <a:t>$roles</a:t>
            </a:r>
          </a:p>
          <a:p>
            <a:endParaRPr lang="en-IE" sz="1800" dirty="0">
              <a:solidFill>
                <a:schemeClr val="tx2"/>
              </a:solidFill>
              <a:hlinkClick r:id="rId3"/>
            </a:endParaRPr>
          </a:p>
          <a:p>
            <a:endParaRPr lang="en-IE" sz="1800" dirty="0">
              <a:solidFill>
                <a:schemeClr val="tx2"/>
              </a:solidFill>
            </a:endParaRPr>
          </a:p>
          <a:p>
            <a:r>
              <a:rPr lang="en-IE" sz="1800" dirty="0">
                <a:solidFill>
                  <a:schemeClr val="tx2"/>
                </a:solidFill>
              </a:rPr>
              <a:t>Run Script and check succeeds</a:t>
            </a:r>
          </a:p>
          <a:p>
            <a:endParaRPr lang="en-IE" sz="1800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D7FBC-BC31-0B25-241E-410D841E6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223" y="2004599"/>
            <a:ext cx="6447079" cy="1181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DA612B-69F8-3C15-8DB7-BA9D3164D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6" y="4341649"/>
            <a:ext cx="12192000" cy="14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2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266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SharePoint to Fabric Service Principal</vt:lpstr>
      <vt:lpstr>1. Changes for AAD Administrator</vt:lpstr>
      <vt:lpstr>Create App Registration</vt:lpstr>
      <vt:lpstr>Create App Registration</vt:lpstr>
      <vt:lpstr>Add Permission to add Permissions</vt:lpstr>
      <vt:lpstr>PowerPoint Presentation</vt:lpstr>
      <vt:lpstr>PowerPoint Presentation</vt:lpstr>
      <vt:lpstr>An admin is required to grant admin consent for the permission change.</vt:lpstr>
      <vt:lpstr>SharePoint Administrator</vt:lpstr>
      <vt:lpstr>1) Grant App Entra Permissions via Powershell</vt:lpstr>
      <vt:lpstr>2) Test app Acces to ShaerPoint</vt:lpstr>
      <vt:lpstr>1) Grant App Entra Permissions via Powershell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Ornua SharePoint</dc:title>
  <dc:creator>Deepak</dc:creator>
  <cp:lastModifiedBy>Prodata Bob</cp:lastModifiedBy>
  <cp:revision>6</cp:revision>
  <dcterms:created xsi:type="dcterms:W3CDTF">2024-02-29T10:27:40Z</dcterms:created>
  <dcterms:modified xsi:type="dcterms:W3CDTF">2025-12-10T15:42:33Z</dcterms:modified>
</cp:coreProperties>
</file>